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16949335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16949335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16949335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16949335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S_API116949335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S_API116949335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S_API1169493356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S_API116949335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S_API1169493356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S_API1169493356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S_API1169493356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S_API1169493356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S_API1169493356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S_API1169493356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S_API116949335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S_API116949335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1169493356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116949335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LIDES_API1169493356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LIDES_API116949335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1169493356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1169493356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SLIDES_API1169493356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SLIDES_API1169493356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S_API1169493356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S_API1169493356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S_API1169493356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S_API1169493356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169493356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169493356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S_API1169493356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S_API1169493356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SLIDES_API1169493356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SLIDES_API1169493356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S_API1169493356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S_API1169493356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S_API1169493356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S_API116949335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S_API1169493356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S_API1169493356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3E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35000" y="1905000"/>
            <a:ext cx="76200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AutoUncle Sales Pitch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5000" y="3175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8F0FE"/>
                </a:solidFill>
                <a:latin typeface="Roboto"/>
                <a:ea typeface="Roboto"/>
                <a:cs typeface="Roboto"/>
                <a:sym typeface="Roboto"/>
              </a:rPr>
              <a:t>MAULBILER.COM</a:t>
            </a:r>
            <a:endParaRPr sz="2400">
              <a:solidFill>
                <a:srgbClr val="E8F0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35000" y="6096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8D4FE"/>
                </a:solidFill>
                <a:latin typeface="Roboto"/>
                <a:ea typeface="Roboto"/>
                <a:cs typeface="Roboto"/>
                <a:sym typeface="Roboto"/>
              </a:rPr>
              <a:t>3.2.2026 • CVR: 20999705</a:t>
            </a:r>
            <a:endParaRPr sz="1000">
              <a:solidFill>
                <a:srgbClr val="B8D4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Virksomhedsprofil (1/5)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Maul Biler (CVR 20999705): Etableret forhandler med en stabil økonomi (Omsætning 3.893.000 DKK).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Platform Setup: Kører på WordPress og bruger CarAds som bilforhandlerplatform. Mobiloplevelsen er god.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Kontekst: Solid base, men digital vækst er nødvendig for at skalere fra den nuværende performance.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DIGITAL MODNING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Virksomhedsprofil (2/5)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Tracking: 🛑 Kritisk mangel! Ingen GA4, GTM, Meta Pixel eller Google Ads tag. Dataindsamling og ROAS-måling er umulig.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Marketing Tools: Ingen performance marketing setup (❌ Google Ads, ❌ Email platform).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UX: God mobile-ready side, men mangler konverteringsværktøjer som Chat Widget. Har 10 kontaktformularer.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Score: 2/5 📉 (God platform (WP/CarAds), men totalt fravær af tracking og performance marketing).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Virksomhedsprofil (3/5)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FINANSIEL VURDERING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Effektivitet: Omsætning pr. ansat er ca. 486.000 DKK (8 ansatte). Dette indikerer potentiale for øget salgseffektivitet.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AutoUncle Potentiale: Ved at levere kvalificerede leads kan vi optimere salgsprocessen og øge omsætning pr. medarbejder uden nødvendigvis at ansætte mere.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4. KONKURRENCELANDSKAB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Virksomhedsprofil (4/5)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Primær Konkurrent: AutoProff er en direkte konkurrent i lead-generering.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• Social Tilstedeværelse: Stærk tilstedeværelse på alle store platforme (Facebook, Instagram, LinkedIn, YouTube). Dette er et uudnyttet aktiv for retargeting.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5. SALGSMULIGHEDER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Virksomhedsprofil (5/5)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Stop Blinde Investeringer: 🎯 Vi skal sikre, at AutoUncle investeringen kan måles. Kræver implementering af Meta Pixel/GA4 (AutoUncle kan guide).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Digital Modenhed (1/5)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Tracking: 🛑 Kritisk mangel! Ingen GA4, GTM, Meta Pixel eller Google Ads tag. Dataindsamling og ROAS-måling er umulig.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Marketing Tools: Ingen performance marketing setup (❌ Google Ads, ❌ Email platform).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UX: God mobile-ready side, men mangler konverteringsværktøjer som Chat Widget. Har 10 kontaktformularer.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Score: 2/5 📉 (God platform (WP/CarAds), men totalt fravær af tracking og performance marketing).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Digital Modenhed (2/5)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FINANSIEL VURDERING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Digital Modenhed (3/5)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Effektivitet: Omsætning pr. ansat er ca. 486.000 DKK (8 ansatte). Dette indikerer potentiale for øget salgseffektivitet.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AutoUncle Potentiale: Ved at levere kvalificerede leads kan vi optimere salgsprocessen og øge omsætning pr. medarbejder uden nødvendigvis at ansætte mere.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Digital Modenhed (4/5)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4. KONKURRENCELANDSKAB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Primær Konkurrent: AutoProff er en direkte konkurrent i lead-generering.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Social Tilstedeværelse: Stærk tilstedeværelse på alle store platforme (Facebook, Instagram, LinkedIn, YouTube). Dette er et uudnyttet aktiv for retargeting.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5. SALGSMULIGHEDER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Digital Modenhed (5/5)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635000" y="1524000"/>
            <a:ext cx="762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Stop Blinde Investeringer: 🎯 Vi skal sikre, at AutoUncle investeringen kan måles. Kræver implementering af Meta Pixel/GA4 (AutoUncle kan guide).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Kvalificerede Leads: Maul Biler mangler en dedikeret kanal, der leverer leads med høj købsintention. AutoUncle leverer leads, der er prissat korrekt.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635000" y="5588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F6368"/>
                </a:solidFill>
                <a:latin typeface="Roboto Mono"/>
                <a:ea typeface="Roboto Mono"/>
                <a:cs typeface="Roboto Mono"/>
                <a:sym typeface="Roboto Mono"/>
              </a:rPr>
              <a:t>🔴 GA4   🔴 GTM   🔴 Meta   🟢 Mobile</a:t>
            </a:r>
            <a:endParaRPr sz="1100">
              <a:solidFill>
                <a:srgbClr val="5F636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Økonomisk Kontekst (1/3)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Effektivitet: Omsætning pr. ansat er ca. 486.000 DKK (8 ansatte). Dette indikerer potentiale for øget salgseffektivitet.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AutoUncle Potentiale: Ved at levere kvalificerede leads kan vi optimere salgsprocessen og øge omsætning pr. medarbejder uden nødvendigvis at ansætte mere.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4. KONKURRENCELANDSKAB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Økonomisk Kontekst (2/3)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Primær Konkurrent: AutoProff er en direkte konkurrent i lead-generering.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Social Tilstedeværelse: Stærk tilstedeværelse på alle store platforme (Facebook, Instagram, LinkedIn, YouTube). Dette er et uudnyttet aktiv for retargeting.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5. SALGSMULIGHEDER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Økonomisk Kontekst (3/3)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Stop Blinde Investeringer: 🎯 Vi skal sikre, at AutoUncle investeringen kan måles. Kræver implementering af Meta Pixel/GA4 (AutoUncle kan guide).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Kvalificerede Leads: Maul Biler mangler en dedikeret kanal, der leverer leads med høj købsintention. AutoUncle leverer leads, der er prissat korrekt.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Udfyld Marketing Hul: 💸 Da de ikke kører egne Ads, er AutoUncle en direkte og omkostningseffektiv salgskanal, der tager bilannoncerne ud til markedet.</a:t>
            </a:r>
            <a:endParaRPr sz="16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Konkurrencelandskab (1/4)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Primær Konkurrent: AutoProff er en direkte konkurrent i lead-generering.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   Social Tilstedeværelse: Stærk tilstedeværelse på alle store platforme (Facebook, Instagram, LinkedIn, YouTube). Dette er et uudnyttet aktiv for retargeting.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5. SALGSMULIGHEDER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Konkurrencelandskab (2/4)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Stop Blinde Investeringer: 🎯 Vi skal sikre, at AutoUncle investeringen kan måles. Kræver implementering af Meta Pixel/GA4 (AutoUncle kan guide).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Kvalificerede Leads: Maul Biler mangler en dedikeret kanal, der leverer leads med høj købsintention. AutoUncle leverer leads, der er prissat korrekt.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Udfyld Marketing Hul: 💸 Da de ikke kører egne Ads, er AutoUncle en direkte og omkostningseffektiv salgskanal, der tager bilannoncerne ud til markedet.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4.  Konvertering: Lead-trykket skal øges på de 10 eksisterende kontaktformularer.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Konkurrencelandskab (3/4)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6. KEY QUESTIONS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Konkurrencelandskab (4/4)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30"/>
          <p:cNvSpPr txBox="1"/>
          <p:nvPr/>
        </p:nvSpPr>
        <p:spPr>
          <a:xfrm>
            <a:off x="635000" y="1524000"/>
            <a:ext cx="762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Hvor mange kvalificerede leads ønsker I at generere månedligt, og hvad er jeres nuværende konverteringsrate fra CarAds?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Hvilke udfordringer oplever I i dag med at skaffe leads, der har en reel købsintention, og som matcher jeres priser?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Hvor vigtigt er det for jer, at I inden for de næste 6 måneder kan måle præcis ROAS på jeres digitale investeringer?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34A853"/>
                </a:solidFill>
                <a:latin typeface="Montserrat"/>
                <a:ea typeface="Montserrat"/>
                <a:cs typeface="Montserrat"/>
                <a:sym typeface="Montserrat"/>
              </a:rPr>
              <a:t>Salgsmuligheder</a:t>
            </a:r>
            <a:endParaRPr b="1" sz="2400">
              <a:solidFill>
                <a:srgbClr val="34A8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635000" y="1524000"/>
            <a:ext cx="76200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**Stop Blinde Investeringer:** 🎯 Vi skal sikre, at AutoUncle investeringen kan måles. Kræver implementering af Meta Pixel/GA4 (AutoUncle kan guide).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**Kvalificerede Leads:** Maul Biler mangler en dedikeret kanal, der leverer leads med høj købsintention. AutoUncle leverer leads, der er prissat korrekt.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**Udfyld Marketing Hul:** 💸 Da de ikke kører egne Ads, er AutoUncle en direkte og omkostningseffektiv salgskanal, der tager bilannoncerne ud til markedet.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4.  **Konvertering:** Lead-trykket skal øges på de 10 eksisterende kontaktformularer.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### 6. KEY QUESTIONS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Hvor mange *kvalificerede* leads ønsker I at generere månedligt, og hvad er jeres nuværende konverteringsrate fra CarAds?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Hvilke udfordringer oplever I i dag med at skaffe leads, der har en reel købsintention, og som matcher jeres priser?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Hvor vigtigt er det for jer, at I inden for de næste 6 måneder kan måle præcis ROAS på jeres digitale investeringer?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635000" y="508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73E8"/>
                </a:solidFill>
                <a:latin typeface="Montserrat"/>
                <a:ea typeface="Montserrat"/>
                <a:cs typeface="Montserrat"/>
                <a:sym typeface="Montserrat"/>
              </a:rPr>
              <a:t>Spørgsmål til Mødet</a:t>
            </a:r>
            <a:endParaRPr b="1" sz="2200">
              <a:solidFill>
                <a:srgbClr val="1A73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635000" y="1524000"/>
            <a:ext cx="7620000" cy="3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1.  Hvor mange kvalificerede leads ønsker I at generere månedligt, og hvad er jeres nuværende konverteringsrate fra CarAds?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2.  Hvilke udfordringer oplever I i dag med at skaffe leads, der har en reel købsintention, og som matcher jeres priser?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3.  Hvor vigtigt er det for jer, at I inden for de næste 6 måneder kan måle præcis ROAS på jeres digitale investeringer?</a:t>
            </a:r>
            <a:endParaRPr sz="150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635000" y="5334000"/>
            <a:ext cx="7620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34A853"/>
                </a:solidFill>
                <a:latin typeface="Montserrat"/>
                <a:ea typeface="Montserrat"/>
                <a:cs typeface="Montserrat"/>
                <a:sym typeface="Montserrat"/>
              </a:rPr>
              <a:t>Lad os diskutere hvordan AutoUncle kan hjælpe</a:t>
            </a:r>
            <a:endParaRPr b="1" sz="1800">
              <a:solidFill>
                <a:srgbClr val="34A8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